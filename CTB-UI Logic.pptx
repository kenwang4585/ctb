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2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79" d="100"/>
          <a:sy n="79" d="100"/>
        </p:scale>
        <p:origin x="18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1E31D-36B6-4E88-B439-496F5DB0E0BE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67D3-73A3-4007-B65F-81D9DC3021B8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860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1E31D-36B6-4E88-B439-496F5DB0E0BE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67D3-73A3-4007-B65F-81D9DC302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183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1E31D-36B6-4E88-B439-496F5DB0E0BE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67D3-73A3-4007-B65F-81D9DC302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58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1E31D-36B6-4E88-B439-496F5DB0E0BE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67D3-73A3-4007-B65F-81D9DC302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22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1E31D-36B6-4E88-B439-496F5DB0E0BE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67D3-73A3-4007-B65F-81D9DC302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4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1E31D-36B6-4E88-B439-496F5DB0E0BE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67D3-73A3-4007-B65F-81D9DC302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53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1E31D-36B6-4E88-B439-496F5DB0E0BE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67D3-73A3-4007-B65F-81D9DC302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60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1E31D-36B6-4E88-B439-496F5DB0E0BE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67D3-73A3-4007-B65F-81D9DC302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8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1E31D-36B6-4E88-B439-496F5DB0E0BE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67D3-73A3-4007-B65F-81D9DC302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27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1E31D-36B6-4E88-B439-496F5DB0E0BE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67D3-73A3-4007-B65F-81D9DC302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827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1E31D-36B6-4E88-B439-496F5DB0E0BE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67D3-73A3-4007-B65F-81D9DC302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951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1E31D-36B6-4E88-B439-496F5DB0E0BE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67D3-73A3-4007-B65F-81D9DC3021B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01335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1E31D-36B6-4E88-B439-496F5DB0E0BE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67D3-73A3-4007-B65F-81D9DC302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6908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1E31D-36B6-4E88-B439-496F5DB0E0BE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67D3-73A3-4007-B65F-81D9DC3021B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98080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1E31D-36B6-4E88-B439-496F5DB0E0BE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67D3-73A3-4007-B65F-81D9DC302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268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1E31D-36B6-4E88-B439-496F5DB0E0BE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67D3-73A3-4007-B65F-81D9DC302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2268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1E31D-36B6-4E88-B439-496F5DB0E0BE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67D3-73A3-4007-B65F-81D9DC302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528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B71E31D-36B6-4E88-B439-496F5DB0E0BE}" type="datetimeFigureOut">
              <a:rPr lang="en-US" smtClean="0"/>
              <a:t>12/9/2019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53867D3-73A3-4007-B65F-81D9DC302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0261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CTB-UI Logic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10/18/18</a:t>
            </a:r>
          </a:p>
        </p:txBody>
      </p:sp>
    </p:spTree>
    <p:extLst>
      <p:ext uri="{BB962C8B-B14F-4D97-AF65-F5344CB8AC3E}">
        <p14:creationId xmlns:p14="http://schemas.microsoft.com/office/powerpoint/2010/main" val="394244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574" y="0"/>
            <a:ext cx="8534400" cy="150706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CTB-UI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8612" y="1297858"/>
            <a:ext cx="8534400" cy="5154561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CTB-UI  is a tool to project build.</a:t>
            </a:r>
          </a:p>
          <a:p>
            <a:r>
              <a:rPr lang="en-US" sz="2400" dirty="0">
                <a:solidFill>
                  <a:schemeClr val="bg1"/>
                </a:solidFill>
              </a:rPr>
              <a:t> The Logic is as follows….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Determines unbuilt backlog by SS and removes any </a:t>
            </a:r>
            <a:r>
              <a:rPr lang="en-US" dirty="0" err="1">
                <a:solidFill>
                  <a:schemeClr val="bg1"/>
                </a:solidFill>
              </a:rPr>
              <a:t>packouts</a:t>
            </a:r>
            <a:r>
              <a:rPr lang="en-US" dirty="0">
                <a:solidFill>
                  <a:schemeClr val="bg1"/>
                </a:solidFill>
              </a:rPr>
              <a:t> that have happened since the last Supply picture load into HANA.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Rank Shipsets based on golden rules and other default prioritization scheme (like addressable orders lines get higher rank, holds lower, unscheduled lower 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Based on the rank, logic allocated material based on OH stock, on order stock and SCR inventory (commits) 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CTB (Estimated FCD) is determined per step #3 above at shipset level as a date on which enough material is available to build all the unbuilt lines in the shipset, as per the ranking determined in step#2 above.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 Does not take into account capacity, GIM’s cases or Oracle Holidays.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8249418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1197</TotalTime>
  <Words>150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Century Gothic</vt:lpstr>
      <vt:lpstr>Wingdings</vt:lpstr>
      <vt:lpstr>Wingdings 3</vt:lpstr>
      <vt:lpstr>Slice</vt:lpstr>
      <vt:lpstr>CTB-UI Logic </vt:lpstr>
      <vt:lpstr>CTB-UI Logic</vt:lpstr>
    </vt:vector>
  </TitlesOfParts>
  <Company>Cisco Systems,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yoshino@cisco.com</dc:creator>
  <cp:lastModifiedBy>Mark Yoshino (yoshino)</cp:lastModifiedBy>
  <cp:revision>32</cp:revision>
  <dcterms:created xsi:type="dcterms:W3CDTF">2018-05-21T23:05:11Z</dcterms:created>
  <dcterms:modified xsi:type="dcterms:W3CDTF">2019-12-10T01:38:21Z</dcterms:modified>
</cp:coreProperties>
</file>